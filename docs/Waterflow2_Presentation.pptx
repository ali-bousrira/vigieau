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Waterflow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EFB"/>
                </a:solidFill>
              </a:rPr>
              <a:t>Plateforme MLOps — Analyse de la potabilité de l'eau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API Flask · XGBoost · MLflow · OCR · CI/CD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B3IA —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DEFB"/>
                </a:solidFill>
              </a:rPr>
              <a:t>Projet réalisé dans le cadre du parcours IA de La Plateforme_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Pourquoi Waterflow 2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Les analyses de potabilité sont manuelles et dispersées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Aucune traçabilité des décisions de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Pas d'interface unifiée client / expert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Besoin de conformité RGPD sur les données de prélèvement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</a:rPr>
              <a:t>✓  API REST Flask unique avec 3 modules (Data / Model / OCR)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</a:rPr>
              <a:t>✓  Modèle XGBoost versionné via MLflow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</a:rPr>
              <a:t>✓  OCR automatique des fiches papier laboratoire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</a:rPr>
              <a:t>✓  Authentification différenciée + audit log complet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</a:rPr>
              <a:t>✓  Tests automatisés + CI/CD GitHub Actions + 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43000"/>
            <a:ext cx="36576" cy="5029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Générale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Vue d'ensemble de la 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55448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47A1"/>
                </a:solidFill>
              </a:rPr>
              <a:t>Client
(X-API-Key)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155448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47A1"/>
                </a:solidFill>
              </a:rPr>
              <a:t>Expert
(Bearer token)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91840"/>
            <a:ext cx="155448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47A1"/>
                </a:solidFill>
              </a:rPr>
              <a:t>Admin
(Bearer token)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188720"/>
            <a:ext cx="4114800" cy="3200400"/>
          </a:xfrm>
          <a:prstGeom prst="rect">
            <a:avLst/>
          </a:prstGeom>
          <a:solidFill>
            <a:srgbClr val="1565C0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34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Flask API  (Blueprint unique)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91640"/>
            <a:ext cx="1188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47A1"/>
                </a:solidFill>
              </a:rPr>
              <a:t>Module Data
/ingest  /clients
/me  /audit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691640"/>
            <a:ext cx="1188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47A1"/>
                </a:solidFill>
              </a:rPr>
              <a:t>Module Model
/predict
/metrics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91640"/>
            <a:ext cx="1371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47A1"/>
                </a:solidFill>
              </a:rPr>
              <a:t>Module OCR
/ingest/ocr
/ocr-and-predict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788920"/>
            <a:ext cx="3931920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auth.py  ·  middleware  ·  audit_log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280160"/>
            <a:ext cx="18288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5E20"/>
                </a:solidFill>
              </a:rPr>
              <a:t>SQLite
(SQLAlchemy ORM)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194560"/>
            <a:ext cx="18288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5E20"/>
                </a:solidFill>
              </a:rPr>
              <a:t>MLflow Registry
+ 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108960"/>
            <a:ext cx="18288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5E20"/>
                </a:solidFill>
              </a:rPr>
              <a:t>OCR.space API
+ Claude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737360"/>
            <a:ext cx="219456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47A1"/>
                </a:solidFill>
              </a:rPr>
              <a:t>Interface Web
Expert Dashboard
/apidocs (Swagger)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1161288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47A1"/>
                </a:solidFill>
              </a:rPr>
              <a:t>Docker · docker-compose  |  GitHub Actions CI/CD  |  pytest (5 niveaux de tests)  |  Flasgger Swagger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Authentification &amp; 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Deux mécanismes distincts selon le type d'utilisateur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3840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19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X-API-Key: &lt;clé_api&gt;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Stockage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Table clients — champ api_key (hash SHA-256)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33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Accès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334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Ingestion, prélèvements propres, prédiction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RGPD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90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Droit à l'oubli : DELETE /me supprime toutes les données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94960" cy="3840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EXPERT /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19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Header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Authorization: Bearer &lt;token&gt;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Stockage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Env var EXPERT_TOKENS  (jamais en 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33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Rôles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334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analyste · exploit ·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Analyste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90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Lecture des métriques et données clients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47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Exploit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547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Gestion des modèles MLflow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005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05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Gestion des comptes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651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</a:rPr>
              <a:t>VS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66360"/>
            <a:ext cx="1152144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5E20"/>
                </a:solidFill>
              </a:rPr>
              <a:t>RGPD  —  Audit log horodaté pour chaque action · Anonymisation · Droit à l'oubli · Données minimales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XGBoost + MLflow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92024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
Ingest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40"/>
            <a:ext cx="19202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</a:rPr>
              <a:t>Client envoie
les mesures
via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371600"/>
            <a:ext cx="192024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
Validate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2148840"/>
            <a:ext cx="19202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</a:rPr>
              <a:t>9 features
physico-chimiques
vérifiées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371600"/>
            <a:ext cx="192024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
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2148840"/>
            <a:ext cx="19202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</a:rPr>
              <a:t>XGBoost charge
le modèle
MLflow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371600"/>
            <a:ext cx="192024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
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2148840"/>
            <a:ext cx="19202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</a:rPr>
              <a:t>Résultat écrit
en base +
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192024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
Retour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148840"/>
            <a:ext cx="19202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</a:rPr>
              <a:t>potable · label
probability
model_version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11521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9 Features physico-chimiques (ordre figé — contrat d'API)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09928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Hardness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2656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Solids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Chloramines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8112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Sulfate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Conductivity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3568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Organic_carbon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6296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Trihalomethanes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79024" y="4297680"/>
            <a:ext cx="11887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Turbidity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Modèle enregistré dans MLflow Model Registry — version, run_id, métriques accessibles via GET /metrics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POST /predict  accepte  (a) mesures brutes JSON  ou  (b) un prelevement_id existant avec vérification de propriété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Ingestion automatique de fiches laboratoire papier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78308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47A1"/>
                </a:solidFill>
              </a:rPr>
              <a:t>Fiche
labo
(image / PDF)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112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371600"/>
            <a:ext cx="178308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OCR.space
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1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178308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Claude
Vision
(fallback)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59" y="1371600"/>
            <a:ext cx="178308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47A1"/>
                </a:solidFill>
              </a:rPr>
              <a:t>Parser
régex
mesures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1371600"/>
            <a:ext cx="178308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5E20"/>
                </a:solidFill>
              </a:rPr>
              <a:t>Prélèvement
créé en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1592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200" y="1371600"/>
            <a:ext cx="178308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5E20"/>
                </a:solidFill>
              </a:rPr>
              <a:t>Prédiction
(si /ocr-and
-predict)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3949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POST /ingest/ocr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Extrait les mesures + crée le prélèvement en base.
Retourne les mesures extraites et les warnings OCR.
N'exécute PAS la prédiction 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60320"/>
            <a:ext cx="539496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</a:rPr>
              <a:t>POST /ingest/ocr-and-predict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Extrait les mesures + crée le prélèvement +
exécute la prédiction en une seule requête.
Retourne mesures + potable + probability + model_version.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54880"/>
            <a:ext cx="1152144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28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47A1"/>
                </a:solidFill>
              </a:rPr>
              <a:t>Formats acceptés : image/jpeg · image/png · image/webp · image/gif · application/pdf  (max 20 Mo)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Endpoints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Documentation complète disponible sur /apidocs (Swagger)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6400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Méth.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097280"/>
            <a:ext cx="26517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097280"/>
            <a:ext cx="5120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097280"/>
            <a:ext cx="164592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81328"/>
            <a:ext cx="64008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5E20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996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499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État de l'API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481328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Public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819656"/>
            <a:ext cx="64008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47A1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379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37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Créer un compte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19656"/>
            <a:ext cx="16459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5E20"/>
                </a:solidFill>
              </a:rPr>
              <a:t>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57984"/>
            <a:ext cx="640080" cy="31089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B71C1C"/>
                </a:solidFill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1762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/clients/&lt;id&gt;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1762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Supprimer un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157984"/>
            <a:ext cx="16459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5E20"/>
                </a:solidFill>
              </a:rPr>
              <a:t>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496312"/>
            <a:ext cx="64008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5E20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14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514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Profil du client connecté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496312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834640"/>
            <a:ext cx="640080" cy="31089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B71C1C"/>
                </a:solidFill>
              </a:rP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852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852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Suppression RGPD (droit à l'oubli)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834640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172968"/>
            <a:ext cx="64008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47A1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191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/ingest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1912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Enregistrer un prélèvement (JSON)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172968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511296"/>
            <a:ext cx="64008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5E20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5295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/prelevements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3529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Liste des prélèvements du 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511296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849624"/>
            <a:ext cx="64008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47A1"/>
                </a:solidFill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8679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8679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Prédiction autonome (raw ou ID)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849624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187952"/>
            <a:ext cx="64008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47A1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/ingest/ocr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OCR → prélèvement en 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187952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526280"/>
            <a:ext cx="64008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47A1"/>
                </a:solidFill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5445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/ingest/ocr-and-predict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544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OCR + prédiction en une requête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4526280"/>
            <a:ext cx="1645920" cy="3108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Client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864608"/>
            <a:ext cx="64008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5E20"/>
                </a:solidFill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48828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/metrics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48828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Métriques MLflow du modèle actif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4864608"/>
            <a:ext cx="16459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5E20"/>
                </a:solidFill>
              </a:rPr>
              <a:t>Analyste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202936"/>
            <a:ext cx="64008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5E20"/>
                </a:solidFill>
              </a:rPr>
              <a:t>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221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</a:rPr>
              <a:t>/audit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52212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Journal d'audit horodaté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06840" y="5202936"/>
            <a:ext cx="16459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5E20"/>
                </a:solidFill>
              </a:rPr>
              <a:t>Analyste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Tests &amp;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5 niveaux de tests — pytest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Intégration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07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test_api.py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30759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Tous les endpoints — auth, RGPD, prédiction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Fonctionnel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01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test_fonctionnels.py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9019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Parcours utilisateurs complets (client, expert, admin)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Non-régression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496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test_non_regression.py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963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Contrats d'API — routes, structures, features,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90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test_e2e.py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09067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Scénarios réels avec pipeline OCR et prédiction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79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Unitaire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6850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test_unitaires.py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685031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Fonctions isolées — parsing, auth, OCR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115214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Points clés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▸  conftest.py  force  EXPERT_TOKENS  avant tout import — évite le cache de module sur auth.py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▸  Tests paramétrés par feature (9 × assert 400 si feature manquante) — contrat d'API garanti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9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▸  Test E2E OCR corrigé : endpoint /ingest/ocr-and-predict (champ prediction_possible inexistant sur /ingest/ocr)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CI/CD &amp;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GitHub Actions +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GitHub Actions  (.github/workflows/ci.yml)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10972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739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pip install + pytest tests/ -v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67712"/>
            <a:ext cx="10972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22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flake8 --max-line-length 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16352"/>
            <a:ext cx="10972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712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docker build → image waterflow:latest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64992"/>
            <a:ext cx="10972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198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SSH deploy (secrets requis)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Déclenché sur push + pull_request → branches main et develop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Docker + docker-compose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190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Dockerfile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Image Python 3.11-slim, port 8080, Gunicorn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134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docker-compose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13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Service api + volumes (mlruns, db, logs)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0779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Gunicorn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90779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4 workers, timeout 120 s, bind 0.0.0.0:8080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0215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Variables d'env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021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DATABASE_URL · MLFLOW_URI · EXPERT_TOKENS
OCR_SPACE_API_KEY · ANTHROPIC_API_KEY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5214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046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47A1"/>
                </a:solidFill>
              </a:rPr>
              <a:t>Les tests CI utilisent SQLite en mémoire + MLFLOW_URI=mock — aucune dépendance externe requise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Structure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Organisation des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waterflow/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├── api/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9222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│   ├──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│   ├── models/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│   ├── routes/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│   ├── middleware/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│   └── services/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0098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├── tests/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│   ├── conftest.py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│   ├── test_api.py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│   ├── test_e2e.py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0799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│   └──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0974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├── templates/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1149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├── samples/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1324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├── docs/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├── main.py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1675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├── routes.py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1850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├── auth.py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2025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├── swagger.yaml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9220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├── Dockerfile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22376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└── docker-compose.yml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097280"/>
            <a:ext cx="36576" cy="5394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api/app.py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188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Factory Flask (source canonique)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models/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7556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SQLAlchemy ORM — Client, Prelevement, Mesures, AuditLog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322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routes/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3225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Blueprint Flask — re-export de routes.py racine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middleware/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889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auth.py — @require_client_key, @require_expert_role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456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services/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456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predict_service.py · ocr_service.py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tests/conftest.py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023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Force EXPERT_TOKENS avant import — évite cache auth.py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590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routes.py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590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Définition de tous les endpoints (Blueprint bp)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1572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auth.py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1572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Parsing EXPERT_TOKENS avec split(':',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724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swagger.yaml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724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Documentation OpenAPI — /apidocs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Roadmap — Améliorations réalisées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4 priorités traitées lors de l'audit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65176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P1
Bloquants CI
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514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ci.yml déplacé → .github/workflows/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9169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test_api.py déplacé → tests/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192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conftest.py créé — init sys.path + EXPERT_TOKENS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7216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test_fonctionnels.py + test_non_regression.py réécrits Waterflow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188720"/>
            <a:ext cx="265176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P2
Bugs
fonctionnels
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14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test_e2e.py — endpoint corrigé /ingest/ocr-and-predict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9169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auth.py — split(':', 2) pour tokens avec ':'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88720"/>
            <a:ext cx="265176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P3
Exigences
cahier des charges
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514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POST /predict autonome (raw ou prelevement_id)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9169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samples/ — fiche labo + extraction OCR + README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188720"/>
            <a:ext cx="265176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P4
Nettoyage
qualité
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514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factory déplacée dans api/app.py (source canonique)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9169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app.py racine → re-export pour rétrocompatibilité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3192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index.html racine supprimé (doublon mort)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Waterflow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EFB"/>
                </a:solidFill>
              </a:rPr>
              <a:t>Bilan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◆  API REST unifiée — 3 modules, Blueprint Flask, Flasgger Swagger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706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◆  Authentification multi-rôle (API Key client + Bearer expert/admin)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954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◆  Pipeline ML versionné (MLflow) + OCR automatique (OCR.space + Claude Vision)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48456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◆  Conformité RGPD — audit log, anonymisation, droit à l'oubli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8736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◆  Qualité assurée — 5 niveaux de tests pytest + CI/CD GitHub Actions +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